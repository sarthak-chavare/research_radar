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🦞 OpenClaw Hackathon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ResearchRadar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GenAI Research Digest Agent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011680" cy="347472"/>
          </a:xfrm>
          <a:prstGeom prst="rect">
            <a:avLst>
              <a:gd name="adj" fmla="val 13158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71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1: GenAI Research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971800"/>
            <a:ext cx="2011680" cy="347472"/>
          </a:xfrm>
          <a:prstGeom prst="rect">
            <a:avLst>
              <a:gd name="adj" fmla="val 13158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971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+ Groq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2011680" cy="347472"/>
          </a:xfrm>
          <a:prstGeom prst="rect">
            <a:avLst>
              <a:gd name="adj" fmla="val 13158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971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2971800"/>
            <a:ext cx="2011680" cy="347472"/>
          </a:xfrm>
          <a:prstGeom prst="rect">
            <a:avLst>
              <a:gd name="adj" fmla="val 13158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2971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Proposal  ·  April 24,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1: GenAI Research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Researchers &amp; engineers are drowning in papers.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819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5819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new GenAI papers drop on ArXiv daily — impossible to track manually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865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3865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GitHub repos are scattered across trending pages with no curation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1912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31912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spend hours just filtering noise before reading anything useful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95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995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system delivers curated, personalized digests to your inbox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Combining: GenAI Research Digest + Tech Sensing Assistant (multi-faceted solution)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ResearchRadar Does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ResearchRadar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always-on OpenClaw agent that monitors ArXiv, GitHub Trending, and top tech sources daily — summarizes with Groq LLM — and delivers a rich weekly digest via Telegram, WhatsApp, and Email.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92040" y="82296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822960"/>
            <a:ext cx="73152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Daily ArXiv + GitHub sweep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Auto-queries by topics defined in SOUL.md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828800"/>
            <a:ext cx="73152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874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Groq LLM Summarization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3-bullet methodology summary per paper/repo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8346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834640"/>
            <a:ext cx="73152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Sarthak's Pick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74920" y="3246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highlights top-1 recommendation personalized to you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8404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840480"/>
            <a:ext cx="73152" cy="868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📬 Triple Delivery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74920" y="4251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+ WhatsApp + Gmail SMTP with DOCX attachment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4206240" cy="594360"/>
          </a:xfrm>
          <a:prstGeom prst="rect">
            <a:avLst/>
          </a:prstGeom>
          <a:solidFill>
            <a:srgbClr val="0D1B2A">
              <a:alpha val="9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80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💓  Powered by OpenClaw HEARTBEAT.md — runs autonomously every Monday 8 AM, no manual trigger needed.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1325880" cy="475488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657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Telegram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10512" y="3657600"/>
            <a:ext cx="1325880" cy="475488"/>
          </a:xfrm>
          <a:prstGeom prst="rect">
            <a:avLst/>
          </a:prstGeom>
          <a:solidFill>
            <a:srgbClr val="25D36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10512" y="3657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5264" y="3657600"/>
            <a:ext cx="1325880" cy="475488"/>
          </a:xfrm>
          <a:prstGeom prst="rect">
            <a:avLst/>
          </a:prstGeom>
          <a:solidFill>
            <a:srgbClr val="F7258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55264" y="3657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+ DOCX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OpenClaw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713232"/>
          </a:xfrm>
          <a:prstGeom prst="rect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54864" cy="71323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005840"/>
            <a:ext cx="438912" cy="438912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05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905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 Data Sources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1234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API · GitHub Trending API · Google News RSS · Reddit r/MachineLearning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8412480" cy="713232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91640"/>
            <a:ext cx="54864" cy="71323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828800"/>
            <a:ext cx="438912" cy="438912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1728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OpenClaw Skill Layer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20574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arxiv-fetcher.skill · github-trending.skill · news-scraper.skill (custom Skill.md files)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8412480" cy="71323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14600"/>
            <a:ext cx="54864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651760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2551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Groq LLM Engine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8803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for summarization · gemma2-9b fallback · SOUL.md topic personalization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713232"/>
          </a:xfrm>
          <a:prstGeom prst="rect">
            <a:avLst/>
          </a:prstGeom>
          <a:solidFill>
            <a:srgbClr val="48CAE4">
              <a:alpha val="12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37560"/>
            <a:ext cx="54864" cy="7132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474720"/>
            <a:ext cx="438912" cy="438912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3374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Digest Builder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8992" y="3703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formatter · 'Top Pick' section · source links + methodology bullets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60520"/>
            <a:ext cx="54864" cy="713232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4297680"/>
            <a:ext cx="438912" cy="438912"/>
          </a:xfrm>
          <a:prstGeom prst="ellipse">
            <a:avLst/>
          </a:prstGeom>
          <a:solidFill>
            <a:srgbClr val="90E0E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78992" y="4197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📬  Multi-Channel Delivery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78992" y="4526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 · WhatsApp (Baileys) · Gmail SMTP — triggered by HEARTBEAT.md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Stories &amp; Journey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ResearchRadar Works for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Researcher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curated daily paper summaries without reading 200 abstracts"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Developer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07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GitHub trending repos filtered to my stack (LLMs, agents)"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👔 Tech Lead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a weekly brief I can read in 5 mins to stay current"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194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Hackathon Judge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6334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see a live agent demo that delivers real value instantly"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361188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1261872" cy="7132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160520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topics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SOUL.md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27632" y="44074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10512" y="4160520"/>
            <a:ext cx="1261872" cy="713232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10512" y="4160520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72384" y="44074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55264" y="4160520"/>
            <a:ext cx="1261872" cy="7132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55264" y="4160520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+ 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17136" y="44074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0016" y="4160520"/>
            <a:ext cx="1261872" cy="713232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0016" y="4160520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61888" y="44074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44768" y="4160520"/>
            <a:ext cx="1261872" cy="7132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44768" y="4160520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digest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06640" y="44074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4160520"/>
            <a:ext cx="1261872" cy="713232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9520" y="4160520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Telegram/WA/Email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Components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— Zero Cost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42062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(self-hosted)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SOUL.md for topics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HEARTBEAT.md for scheduling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Skill.md files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8686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68680"/>
            <a:ext cx="42062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1344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llama-3.3-70b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664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14,400 req/day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984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gemma2-9b-it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3-bullet methodology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42062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8346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API (free, no key)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(60 req/hr)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950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70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JSON API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8346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834640"/>
            <a:ext cx="42062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8346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92040" y="3310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 (free)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630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via Baileys (free)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3950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(free)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4270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for DOCX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B4D8">
              <a:alpha val="9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API Cost: ₹0 / month  ·  No credit card required  ·  Fully open-source stack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Timeline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 → May 19,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77724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834640"/>
            <a:ext cx="246888" cy="246888"/>
          </a:xfrm>
          <a:prstGeom prst="ellipse">
            <a:avLst/>
          </a:prstGeom>
          <a:solidFill>
            <a:srgbClr val="F725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 24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161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doc · Architecture · Registration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86384" y="1691640"/>
            <a:ext cx="36576" cy="114300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2834640"/>
            <a:ext cx="246888" cy="246888"/>
          </a:xfrm>
          <a:prstGeom prst="ellipse">
            <a:avLst/>
          </a:prstGeom>
          <a:solidFill>
            <a:srgbClr val="0077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172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 26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34655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9502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OpenClaw · Configure SOUL.md · Telegram bot onboarding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03704" y="3081528"/>
            <a:ext cx="36576" cy="114300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2834640"/>
            <a:ext cx="246888" cy="246888"/>
          </a:xfrm>
          <a:prstGeom prst="ellipse">
            <a:avLst/>
          </a:prstGeom>
          <a:solidFill>
            <a:srgbClr val="0077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868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 29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1161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645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skill · GitHub trending skill · News RSS parser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21024" y="1691640"/>
            <a:ext cx="36576" cy="114300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2834640"/>
            <a:ext cx="246888" cy="246888"/>
          </a:xfrm>
          <a:prstGeom prst="ellipse">
            <a:avLst/>
          </a:prstGeom>
          <a:solidFill>
            <a:srgbClr val="0077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172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4655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39502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pipeline · Top Pick logic · Rate limit handling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38344" y="3081528"/>
            <a:ext cx="36576" cy="114300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2834640"/>
            <a:ext cx="246888" cy="246888"/>
          </a:xfrm>
          <a:prstGeom prst="ellipse">
            <a:avLst/>
          </a:prstGeom>
          <a:solidFill>
            <a:srgbClr val="0077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868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1161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DOCX + Delivery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1645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formatter · SMTP · WhatsApp bridge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55664" y="1691640"/>
            <a:ext cx="36576" cy="114300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0" y="2834640"/>
            <a:ext cx="246888" cy="246888"/>
          </a:xfrm>
          <a:prstGeom prst="ellipse">
            <a:avLst/>
          </a:prstGeom>
          <a:solidFill>
            <a:srgbClr val="0077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3172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2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8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43800" y="34655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39502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 video · GitHub repo · README · Memory setup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72984" y="3081528"/>
            <a:ext cx="36576" cy="114300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ResearchRadar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We'll Win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Directly addresses TWO sample problem statements (Research Digest + Tech Sensing)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Completely free stack — zero API cost, fully reproducible by judges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Novel 'Personalized Top Pick' feature + triple delivery channel goes beyond the brief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OpenClaw HEARTBEAT.md makes it truly autonomous — no cron job, no manual 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Custom Skill.md files authored by team = direct bonus marks in Phase 2 rubric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ResearchRadar  ·  OpenClaw Hackathon 2026  ·  Phase 1 Proposal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ResearchRadar – Phase 1 Proposal</dc:title>
  <dc:subject>PptxGenJS Presentation</dc:subject>
  <dc:creator>Team ResearchRadar</dc:creator>
  <cp:lastModifiedBy>Team ResearchRadar</cp:lastModifiedBy>
  <cp:revision>1</cp:revision>
  <dcterms:created xsi:type="dcterms:W3CDTF">2026-04-25T13:56:41Z</dcterms:created>
  <dcterms:modified xsi:type="dcterms:W3CDTF">2026-04-25T13:56:41Z</dcterms:modified>
</cp:coreProperties>
</file>